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C45641-8539-4834-84D1-F7154E9D9C7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C"/>
        </a:p>
      </dgm:t>
    </dgm:pt>
    <dgm:pt modelId="{0844C312-9A62-457F-991B-B1C20B015025}">
      <dgm:prSet phldrT="[Texto]" custT="1"/>
      <dgm:spPr/>
      <dgm:t>
        <a:bodyPr/>
        <a:lstStyle/>
        <a:p>
          <a:r>
            <a:rPr lang="es-EC" sz="2400" dirty="0"/>
            <a:t>a)Usurpación del poder</a:t>
          </a:r>
        </a:p>
      </dgm:t>
    </dgm:pt>
    <dgm:pt modelId="{40B898A6-20F3-4AA1-B004-D9236EECB36A}" type="parTrans" cxnId="{60809CD6-F3E6-401A-8F9B-5D1EA868F699}">
      <dgm:prSet/>
      <dgm:spPr>
        <a:ln w="57150">
          <a:solidFill>
            <a:schemeClr val="accent1"/>
          </a:solidFill>
        </a:ln>
      </dgm:spPr>
      <dgm:t>
        <a:bodyPr/>
        <a:lstStyle/>
        <a:p>
          <a:endParaRPr lang="es-EC"/>
        </a:p>
      </dgm:t>
    </dgm:pt>
    <dgm:pt modelId="{F5C2F127-5EA2-44A4-BE96-94C87CB98574}" type="sibTrans" cxnId="{60809CD6-F3E6-401A-8F9B-5D1EA868F699}">
      <dgm:prSet/>
      <dgm:spPr/>
      <dgm:t>
        <a:bodyPr/>
        <a:lstStyle/>
        <a:p>
          <a:endParaRPr lang="es-EC"/>
        </a:p>
      </dgm:t>
    </dgm:pt>
    <dgm:pt modelId="{75AD44DA-56C9-4B85-9F1A-339C6894ADEE}">
      <dgm:prSet phldrT="[Texto]" custT="1"/>
      <dgm:spPr/>
      <dgm:t>
        <a:bodyPr/>
        <a:lstStyle/>
        <a:p>
          <a:pPr algn="ctr"/>
          <a:r>
            <a:rPr lang="es-EC" sz="2000" dirty="0"/>
            <a:t>b)Cuando el mandatario se convierte en tirano</a:t>
          </a:r>
        </a:p>
      </dgm:t>
    </dgm:pt>
    <dgm:pt modelId="{BF8273EC-0142-49A7-BEEB-758C63088549}" type="parTrans" cxnId="{4ABE0A1E-FDE3-40DC-89F0-0E4AEF9B638C}">
      <dgm:prSet/>
      <dgm:spPr>
        <a:ln w="57150">
          <a:solidFill>
            <a:schemeClr val="accent1"/>
          </a:solidFill>
        </a:ln>
      </dgm:spPr>
      <dgm:t>
        <a:bodyPr/>
        <a:lstStyle/>
        <a:p>
          <a:endParaRPr lang="es-EC"/>
        </a:p>
      </dgm:t>
    </dgm:pt>
    <dgm:pt modelId="{4EDC3692-06EE-400D-80F3-6106E5151148}" type="sibTrans" cxnId="{4ABE0A1E-FDE3-40DC-89F0-0E4AEF9B638C}">
      <dgm:prSet/>
      <dgm:spPr/>
      <dgm:t>
        <a:bodyPr/>
        <a:lstStyle/>
        <a:p>
          <a:endParaRPr lang="es-EC"/>
        </a:p>
      </dgm:t>
    </dgm:pt>
    <dgm:pt modelId="{EC0642BC-26DC-42C9-9C52-ABEB7267126E}">
      <dgm:prSet phldrT="[Texto]" custT="1"/>
      <dgm:spPr/>
      <dgm:t>
        <a:bodyPr/>
        <a:lstStyle/>
        <a:p>
          <a:pPr algn="ctr"/>
          <a:r>
            <a:rPr lang="es-EC" sz="1800" dirty="0"/>
            <a:t>c)Irregularidades en manejo de las funciones legislativas</a:t>
          </a:r>
        </a:p>
      </dgm:t>
    </dgm:pt>
    <dgm:pt modelId="{0BE2B57A-D7B5-4D01-BE56-922A60954CD5}" type="parTrans" cxnId="{72FE29C3-F01C-45EB-BAC2-ED183DF426DB}">
      <dgm:prSet/>
      <dgm:spPr>
        <a:ln w="57150">
          <a:solidFill>
            <a:schemeClr val="accent1"/>
          </a:solidFill>
        </a:ln>
      </dgm:spPr>
      <dgm:t>
        <a:bodyPr/>
        <a:lstStyle/>
        <a:p>
          <a:endParaRPr lang="es-EC"/>
        </a:p>
      </dgm:t>
    </dgm:pt>
    <dgm:pt modelId="{E1FA41E5-97B6-41FF-A532-1BFB69A75983}" type="sibTrans" cxnId="{72FE29C3-F01C-45EB-BAC2-ED183DF426DB}">
      <dgm:prSet/>
      <dgm:spPr/>
      <dgm:t>
        <a:bodyPr/>
        <a:lstStyle/>
        <a:p>
          <a:endParaRPr lang="es-EC"/>
        </a:p>
      </dgm:t>
    </dgm:pt>
    <dgm:pt modelId="{B4064487-6146-4957-9C57-B4B69836AA03}">
      <dgm:prSet phldrT="[Texto]" custT="1"/>
      <dgm:spPr/>
      <dgm:t>
        <a:bodyPr/>
        <a:lstStyle/>
        <a:p>
          <a:pPr algn="ctr"/>
          <a:r>
            <a:rPr lang="es-EC" sz="3200" b="1" dirty="0"/>
            <a:t>Causas	de la perdida de la legitimidad</a:t>
          </a:r>
        </a:p>
      </dgm:t>
    </dgm:pt>
    <dgm:pt modelId="{721A5B39-05B3-46AA-A4F0-EBCA2DCF9097}" type="sibTrans" cxnId="{4D62C663-32B3-4514-956C-5A48065B0014}">
      <dgm:prSet/>
      <dgm:spPr/>
      <dgm:t>
        <a:bodyPr/>
        <a:lstStyle/>
        <a:p>
          <a:endParaRPr lang="es-EC"/>
        </a:p>
      </dgm:t>
    </dgm:pt>
    <dgm:pt modelId="{09AF6976-409A-42C1-9C37-DE28D8B89ADA}" type="parTrans" cxnId="{4D62C663-32B3-4514-956C-5A48065B0014}">
      <dgm:prSet/>
      <dgm:spPr/>
      <dgm:t>
        <a:bodyPr/>
        <a:lstStyle/>
        <a:p>
          <a:endParaRPr lang="es-EC"/>
        </a:p>
      </dgm:t>
    </dgm:pt>
    <dgm:pt modelId="{E18EE541-A66F-40D0-BFE4-E76E71D9E6A9}" type="pres">
      <dgm:prSet presAssocID="{32C45641-8539-4834-84D1-F7154E9D9C7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25CC749-A32E-4D06-A88F-9FCAD2E1C0F4}" type="pres">
      <dgm:prSet presAssocID="{B4064487-6146-4957-9C57-B4B69836AA03}" presName="hierRoot1" presStyleCnt="0"/>
      <dgm:spPr/>
    </dgm:pt>
    <dgm:pt modelId="{2C605F5F-0E75-40CD-A50E-6CC4D0B85C85}" type="pres">
      <dgm:prSet presAssocID="{B4064487-6146-4957-9C57-B4B69836AA03}" presName="composite" presStyleCnt="0"/>
      <dgm:spPr/>
    </dgm:pt>
    <dgm:pt modelId="{63EC0334-BEB0-4E1D-9E17-9D598D1E22B7}" type="pres">
      <dgm:prSet presAssocID="{B4064487-6146-4957-9C57-B4B69836AA03}" presName="background" presStyleLbl="node0" presStyleIdx="0" presStyleCnt="1"/>
      <dgm:spPr/>
    </dgm:pt>
    <dgm:pt modelId="{F27AE82B-C494-462D-863C-DDC4252A3F37}" type="pres">
      <dgm:prSet presAssocID="{B4064487-6146-4957-9C57-B4B69836AA03}" presName="text" presStyleLbl="fgAcc0" presStyleIdx="0" presStyleCnt="1" custScaleX="254338" custScaleY="84300">
        <dgm:presLayoutVars>
          <dgm:chPref val="3"/>
        </dgm:presLayoutVars>
      </dgm:prSet>
      <dgm:spPr/>
    </dgm:pt>
    <dgm:pt modelId="{6C7DAFA8-A0AE-4DA4-BAD8-4527988A258E}" type="pres">
      <dgm:prSet presAssocID="{B4064487-6146-4957-9C57-B4B69836AA03}" presName="hierChild2" presStyleCnt="0"/>
      <dgm:spPr/>
    </dgm:pt>
    <dgm:pt modelId="{73A0ACA2-122C-4C4E-A599-4E1297D097CA}" type="pres">
      <dgm:prSet presAssocID="{40B898A6-20F3-4AA1-B004-D9236EECB36A}" presName="Name10" presStyleLbl="parChTrans1D2" presStyleIdx="0" presStyleCnt="3"/>
      <dgm:spPr/>
    </dgm:pt>
    <dgm:pt modelId="{8419DA25-257D-4EE4-94D8-40F8DCDBF48E}" type="pres">
      <dgm:prSet presAssocID="{0844C312-9A62-457F-991B-B1C20B015025}" presName="hierRoot2" presStyleCnt="0"/>
      <dgm:spPr/>
    </dgm:pt>
    <dgm:pt modelId="{1A1F00E9-E52D-4591-AAA9-F498183BE094}" type="pres">
      <dgm:prSet presAssocID="{0844C312-9A62-457F-991B-B1C20B015025}" presName="composite2" presStyleCnt="0"/>
      <dgm:spPr/>
    </dgm:pt>
    <dgm:pt modelId="{941EC287-8B0B-423D-AD2F-EEB5DB38B5CE}" type="pres">
      <dgm:prSet presAssocID="{0844C312-9A62-457F-991B-B1C20B015025}" presName="background2" presStyleLbl="node2" presStyleIdx="0" presStyleCnt="3"/>
      <dgm:spPr/>
    </dgm:pt>
    <dgm:pt modelId="{FD4DA35D-B635-4013-9955-B471E6088F3F}" type="pres">
      <dgm:prSet presAssocID="{0844C312-9A62-457F-991B-B1C20B015025}" presName="text2" presStyleLbl="fgAcc2" presStyleIdx="0" presStyleCnt="3">
        <dgm:presLayoutVars>
          <dgm:chPref val="3"/>
        </dgm:presLayoutVars>
      </dgm:prSet>
      <dgm:spPr/>
    </dgm:pt>
    <dgm:pt modelId="{56A8178A-1B22-4F59-813E-EDEC02FB58FE}" type="pres">
      <dgm:prSet presAssocID="{0844C312-9A62-457F-991B-B1C20B015025}" presName="hierChild3" presStyleCnt="0"/>
      <dgm:spPr/>
    </dgm:pt>
    <dgm:pt modelId="{5CD8DA65-6BF6-43A4-840E-46344046D4A2}" type="pres">
      <dgm:prSet presAssocID="{BF8273EC-0142-49A7-BEEB-758C63088549}" presName="Name10" presStyleLbl="parChTrans1D2" presStyleIdx="1" presStyleCnt="3"/>
      <dgm:spPr/>
    </dgm:pt>
    <dgm:pt modelId="{0D353FFA-BDFF-499B-B0EB-21D47259B76A}" type="pres">
      <dgm:prSet presAssocID="{75AD44DA-56C9-4B85-9F1A-339C6894ADEE}" presName="hierRoot2" presStyleCnt="0"/>
      <dgm:spPr/>
    </dgm:pt>
    <dgm:pt modelId="{2658B26C-7530-4C12-A854-1D56243B427C}" type="pres">
      <dgm:prSet presAssocID="{75AD44DA-56C9-4B85-9F1A-339C6894ADEE}" presName="composite2" presStyleCnt="0"/>
      <dgm:spPr/>
    </dgm:pt>
    <dgm:pt modelId="{166ABF3E-2ECE-4391-8178-4569B98BDE8B}" type="pres">
      <dgm:prSet presAssocID="{75AD44DA-56C9-4B85-9F1A-339C6894ADEE}" presName="background2" presStyleLbl="node2" presStyleIdx="1" presStyleCnt="3"/>
      <dgm:spPr/>
    </dgm:pt>
    <dgm:pt modelId="{2F558E4F-3C27-4963-815A-887C452459E0}" type="pres">
      <dgm:prSet presAssocID="{75AD44DA-56C9-4B85-9F1A-339C6894ADEE}" presName="text2" presStyleLbl="fgAcc2" presStyleIdx="1" presStyleCnt="3">
        <dgm:presLayoutVars>
          <dgm:chPref val="3"/>
        </dgm:presLayoutVars>
      </dgm:prSet>
      <dgm:spPr/>
    </dgm:pt>
    <dgm:pt modelId="{2B68EC57-098C-4E96-8795-693999F6CFC5}" type="pres">
      <dgm:prSet presAssocID="{75AD44DA-56C9-4B85-9F1A-339C6894ADEE}" presName="hierChild3" presStyleCnt="0"/>
      <dgm:spPr/>
    </dgm:pt>
    <dgm:pt modelId="{B1493A5E-B533-4DBB-A500-F146FC08DA61}" type="pres">
      <dgm:prSet presAssocID="{0BE2B57A-D7B5-4D01-BE56-922A60954CD5}" presName="Name10" presStyleLbl="parChTrans1D2" presStyleIdx="2" presStyleCnt="3"/>
      <dgm:spPr/>
    </dgm:pt>
    <dgm:pt modelId="{ECEBEA95-9944-4EF5-9BA6-E38B057D6265}" type="pres">
      <dgm:prSet presAssocID="{EC0642BC-26DC-42C9-9C52-ABEB7267126E}" presName="hierRoot2" presStyleCnt="0"/>
      <dgm:spPr/>
    </dgm:pt>
    <dgm:pt modelId="{5DAB8C52-9B0A-4263-94A2-F1621247EE91}" type="pres">
      <dgm:prSet presAssocID="{EC0642BC-26DC-42C9-9C52-ABEB7267126E}" presName="composite2" presStyleCnt="0"/>
      <dgm:spPr/>
    </dgm:pt>
    <dgm:pt modelId="{D15C59C5-2184-472A-B88B-3295FFC80932}" type="pres">
      <dgm:prSet presAssocID="{EC0642BC-26DC-42C9-9C52-ABEB7267126E}" presName="background2" presStyleLbl="node2" presStyleIdx="2" presStyleCnt="3"/>
      <dgm:spPr/>
    </dgm:pt>
    <dgm:pt modelId="{24620B40-734C-49A0-8DD7-1E1AF1E41A93}" type="pres">
      <dgm:prSet presAssocID="{EC0642BC-26DC-42C9-9C52-ABEB7267126E}" presName="text2" presStyleLbl="fgAcc2" presStyleIdx="2" presStyleCnt="3" custLinFactNeighborX="-1364" custLinFactNeighborY="-2206">
        <dgm:presLayoutVars>
          <dgm:chPref val="3"/>
        </dgm:presLayoutVars>
      </dgm:prSet>
      <dgm:spPr/>
    </dgm:pt>
    <dgm:pt modelId="{18A2B095-A928-4367-8DDF-C10054F89558}" type="pres">
      <dgm:prSet presAssocID="{EC0642BC-26DC-42C9-9C52-ABEB7267126E}" presName="hierChild3" presStyleCnt="0"/>
      <dgm:spPr/>
    </dgm:pt>
  </dgm:ptLst>
  <dgm:cxnLst>
    <dgm:cxn modelId="{4ABE0A1E-FDE3-40DC-89F0-0E4AEF9B638C}" srcId="{B4064487-6146-4957-9C57-B4B69836AA03}" destId="{75AD44DA-56C9-4B85-9F1A-339C6894ADEE}" srcOrd="1" destOrd="0" parTransId="{BF8273EC-0142-49A7-BEEB-758C63088549}" sibTransId="{4EDC3692-06EE-400D-80F3-6106E5151148}"/>
    <dgm:cxn modelId="{A0337D3C-2704-4505-BA71-3F78DB4CDEFD}" type="presOf" srcId="{0BE2B57A-D7B5-4D01-BE56-922A60954CD5}" destId="{B1493A5E-B533-4DBB-A500-F146FC08DA61}" srcOrd="0" destOrd="0" presId="urn:microsoft.com/office/officeart/2005/8/layout/hierarchy1"/>
    <dgm:cxn modelId="{4D62C663-32B3-4514-956C-5A48065B0014}" srcId="{32C45641-8539-4834-84D1-F7154E9D9C71}" destId="{B4064487-6146-4957-9C57-B4B69836AA03}" srcOrd="0" destOrd="0" parTransId="{09AF6976-409A-42C1-9C37-DE28D8B89ADA}" sibTransId="{721A5B39-05B3-46AA-A4F0-EBCA2DCF9097}"/>
    <dgm:cxn modelId="{4C7B694C-B345-4731-82D2-BE428370A6E9}" type="presOf" srcId="{32C45641-8539-4834-84D1-F7154E9D9C71}" destId="{E18EE541-A66F-40D0-BFE4-E76E71D9E6A9}" srcOrd="0" destOrd="0" presId="urn:microsoft.com/office/officeart/2005/8/layout/hierarchy1"/>
    <dgm:cxn modelId="{A99E0A71-18C0-4178-A280-408BCDBEE9C6}" type="presOf" srcId="{0844C312-9A62-457F-991B-B1C20B015025}" destId="{FD4DA35D-B635-4013-9955-B471E6088F3F}" srcOrd="0" destOrd="0" presId="urn:microsoft.com/office/officeart/2005/8/layout/hierarchy1"/>
    <dgm:cxn modelId="{12374183-E871-4CD9-91CF-99C5C25045F6}" type="presOf" srcId="{40B898A6-20F3-4AA1-B004-D9236EECB36A}" destId="{73A0ACA2-122C-4C4E-A599-4E1297D097CA}" srcOrd="0" destOrd="0" presId="urn:microsoft.com/office/officeart/2005/8/layout/hierarchy1"/>
    <dgm:cxn modelId="{72FE29C3-F01C-45EB-BAC2-ED183DF426DB}" srcId="{B4064487-6146-4957-9C57-B4B69836AA03}" destId="{EC0642BC-26DC-42C9-9C52-ABEB7267126E}" srcOrd="2" destOrd="0" parTransId="{0BE2B57A-D7B5-4D01-BE56-922A60954CD5}" sibTransId="{E1FA41E5-97B6-41FF-A532-1BFB69A75983}"/>
    <dgm:cxn modelId="{D89D50CC-0F2D-47C0-B244-49A74CFD5EF4}" type="presOf" srcId="{EC0642BC-26DC-42C9-9C52-ABEB7267126E}" destId="{24620B40-734C-49A0-8DD7-1E1AF1E41A93}" srcOrd="0" destOrd="0" presId="urn:microsoft.com/office/officeart/2005/8/layout/hierarchy1"/>
    <dgm:cxn modelId="{60809CD6-F3E6-401A-8F9B-5D1EA868F699}" srcId="{B4064487-6146-4957-9C57-B4B69836AA03}" destId="{0844C312-9A62-457F-991B-B1C20B015025}" srcOrd="0" destOrd="0" parTransId="{40B898A6-20F3-4AA1-B004-D9236EECB36A}" sibTransId="{F5C2F127-5EA2-44A4-BE96-94C87CB98574}"/>
    <dgm:cxn modelId="{EB52A6DA-AF6C-411C-8FD0-60B8D525D766}" type="presOf" srcId="{BF8273EC-0142-49A7-BEEB-758C63088549}" destId="{5CD8DA65-6BF6-43A4-840E-46344046D4A2}" srcOrd="0" destOrd="0" presId="urn:microsoft.com/office/officeart/2005/8/layout/hierarchy1"/>
    <dgm:cxn modelId="{E1850CDC-ADCA-4259-AF1A-77FB7C3CCB85}" type="presOf" srcId="{B4064487-6146-4957-9C57-B4B69836AA03}" destId="{F27AE82B-C494-462D-863C-DDC4252A3F37}" srcOrd="0" destOrd="0" presId="urn:microsoft.com/office/officeart/2005/8/layout/hierarchy1"/>
    <dgm:cxn modelId="{7778E4FD-B975-43EE-93AD-1B235424A65A}" type="presOf" srcId="{75AD44DA-56C9-4B85-9F1A-339C6894ADEE}" destId="{2F558E4F-3C27-4963-815A-887C452459E0}" srcOrd="0" destOrd="0" presId="urn:microsoft.com/office/officeart/2005/8/layout/hierarchy1"/>
    <dgm:cxn modelId="{3767D869-1356-4E4A-8CD7-D50E4D299E62}" type="presParOf" srcId="{E18EE541-A66F-40D0-BFE4-E76E71D9E6A9}" destId="{C25CC749-A32E-4D06-A88F-9FCAD2E1C0F4}" srcOrd="0" destOrd="0" presId="urn:microsoft.com/office/officeart/2005/8/layout/hierarchy1"/>
    <dgm:cxn modelId="{E3F8A428-186A-47B8-9E83-4D4457A76429}" type="presParOf" srcId="{C25CC749-A32E-4D06-A88F-9FCAD2E1C0F4}" destId="{2C605F5F-0E75-40CD-A50E-6CC4D0B85C85}" srcOrd="0" destOrd="0" presId="urn:microsoft.com/office/officeart/2005/8/layout/hierarchy1"/>
    <dgm:cxn modelId="{A127C169-FBF8-4EC6-933F-0773D54DD132}" type="presParOf" srcId="{2C605F5F-0E75-40CD-A50E-6CC4D0B85C85}" destId="{63EC0334-BEB0-4E1D-9E17-9D598D1E22B7}" srcOrd="0" destOrd="0" presId="urn:microsoft.com/office/officeart/2005/8/layout/hierarchy1"/>
    <dgm:cxn modelId="{2191C20E-E120-46A0-8284-F45127044FF0}" type="presParOf" srcId="{2C605F5F-0E75-40CD-A50E-6CC4D0B85C85}" destId="{F27AE82B-C494-462D-863C-DDC4252A3F37}" srcOrd="1" destOrd="0" presId="urn:microsoft.com/office/officeart/2005/8/layout/hierarchy1"/>
    <dgm:cxn modelId="{349B3B4F-0DF2-46F4-9187-AABC5EFA4A68}" type="presParOf" srcId="{C25CC749-A32E-4D06-A88F-9FCAD2E1C0F4}" destId="{6C7DAFA8-A0AE-4DA4-BAD8-4527988A258E}" srcOrd="1" destOrd="0" presId="urn:microsoft.com/office/officeart/2005/8/layout/hierarchy1"/>
    <dgm:cxn modelId="{36014669-5AFA-4CFB-81E9-A08FBF345BF9}" type="presParOf" srcId="{6C7DAFA8-A0AE-4DA4-BAD8-4527988A258E}" destId="{73A0ACA2-122C-4C4E-A599-4E1297D097CA}" srcOrd="0" destOrd="0" presId="urn:microsoft.com/office/officeart/2005/8/layout/hierarchy1"/>
    <dgm:cxn modelId="{E64444AC-9688-4E7B-8A97-430625F53E2C}" type="presParOf" srcId="{6C7DAFA8-A0AE-4DA4-BAD8-4527988A258E}" destId="{8419DA25-257D-4EE4-94D8-40F8DCDBF48E}" srcOrd="1" destOrd="0" presId="urn:microsoft.com/office/officeart/2005/8/layout/hierarchy1"/>
    <dgm:cxn modelId="{615E0F79-5F75-407D-BD1B-043DA66A8E06}" type="presParOf" srcId="{8419DA25-257D-4EE4-94D8-40F8DCDBF48E}" destId="{1A1F00E9-E52D-4591-AAA9-F498183BE094}" srcOrd="0" destOrd="0" presId="urn:microsoft.com/office/officeart/2005/8/layout/hierarchy1"/>
    <dgm:cxn modelId="{69132AB6-A7D3-41C5-BA5D-B06154E00CBC}" type="presParOf" srcId="{1A1F00E9-E52D-4591-AAA9-F498183BE094}" destId="{941EC287-8B0B-423D-AD2F-EEB5DB38B5CE}" srcOrd="0" destOrd="0" presId="urn:microsoft.com/office/officeart/2005/8/layout/hierarchy1"/>
    <dgm:cxn modelId="{A4E57541-105D-4ADD-A2BD-2FCB081BC1C0}" type="presParOf" srcId="{1A1F00E9-E52D-4591-AAA9-F498183BE094}" destId="{FD4DA35D-B635-4013-9955-B471E6088F3F}" srcOrd="1" destOrd="0" presId="urn:microsoft.com/office/officeart/2005/8/layout/hierarchy1"/>
    <dgm:cxn modelId="{66C601F3-5D81-458D-8457-BC80132726D9}" type="presParOf" srcId="{8419DA25-257D-4EE4-94D8-40F8DCDBF48E}" destId="{56A8178A-1B22-4F59-813E-EDEC02FB58FE}" srcOrd="1" destOrd="0" presId="urn:microsoft.com/office/officeart/2005/8/layout/hierarchy1"/>
    <dgm:cxn modelId="{E5E44BBC-1297-4963-BEB8-5FE3644DD898}" type="presParOf" srcId="{6C7DAFA8-A0AE-4DA4-BAD8-4527988A258E}" destId="{5CD8DA65-6BF6-43A4-840E-46344046D4A2}" srcOrd="2" destOrd="0" presId="urn:microsoft.com/office/officeart/2005/8/layout/hierarchy1"/>
    <dgm:cxn modelId="{CE1C7D43-BE8C-4D5C-B1EB-A13221502FE7}" type="presParOf" srcId="{6C7DAFA8-A0AE-4DA4-BAD8-4527988A258E}" destId="{0D353FFA-BDFF-499B-B0EB-21D47259B76A}" srcOrd="3" destOrd="0" presId="urn:microsoft.com/office/officeart/2005/8/layout/hierarchy1"/>
    <dgm:cxn modelId="{6375E053-CE7C-4E4E-9574-081FF0A972C3}" type="presParOf" srcId="{0D353FFA-BDFF-499B-B0EB-21D47259B76A}" destId="{2658B26C-7530-4C12-A854-1D56243B427C}" srcOrd="0" destOrd="0" presId="urn:microsoft.com/office/officeart/2005/8/layout/hierarchy1"/>
    <dgm:cxn modelId="{D25C7EC2-D7C3-4AB5-BA34-C395B20D48EE}" type="presParOf" srcId="{2658B26C-7530-4C12-A854-1D56243B427C}" destId="{166ABF3E-2ECE-4391-8178-4569B98BDE8B}" srcOrd="0" destOrd="0" presId="urn:microsoft.com/office/officeart/2005/8/layout/hierarchy1"/>
    <dgm:cxn modelId="{11866BEE-3686-4E9B-B43E-ACE8D8DD832B}" type="presParOf" srcId="{2658B26C-7530-4C12-A854-1D56243B427C}" destId="{2F558E4F-3C27-4963-815A-887C452459E0}" srcOrd="1" destOrd="0" presId="urn:microsoft.com/office/officeart/2005/8/layout/hierarchy1"/>
    <dgm:cxn modelId="{CF516F0D-AD09-4E7B-AD29-174A34470686}" type="presParOf" srcId="{0D353FFA-BDFF-499B-B0EB-21D47259B76A}" destId="{2B68EC57-098C-4E96-8795-693999F6CFC5}" srcOrd="1" destOrd="0" presId="urn:microsoft.com/office/officeart/2005/8/layout/hierarchy1"/>
    <dgm:cxn modelId="{8D24FC02-5254-409A-9C0A-711C09833BA8}" type="presParOf" srcId="{6C7DAFA8-A0AE-4DA4-BAD8-4527988A258E}" destId="{B1493A5E-B533-4DBB-A500-F146FC08DA61}" srcOrd="4" destOrd="0" presId="urn:microsoft.com/office/officeart/2005/8/layout/hierarchy1"/>
    <dgm:cxn modelId="{16BE130F-AFC7-4C56-B5F2-AA5BA4B9B1AD}" type="presParOf" srcId="{6C7DAFA8-A0AE-4DA4-BAD8-4527988A258E}" destId="{ECEBEA95-9944-4EF5-9BA6-E38B057D6265}" srcOrd="5" destOrd="0" presId="urn:microsoft.com/office/officeart/2005/8/layout/hierarchy1"/>
    <dgm:cxn modelId="{F9F12473-7FFE-464E-91F8-429E53FBCF9A}" type="presParOf" srcId="{ECEBEA95-9944-4EF5-9BA6-E38B057D6265}" destId="{5DAB8C52-9B0A-4263-94A2-F1621247EE91}" srcOrd="0" destOrd="0" presId="urn:microsoft.com/office/officeart/2005/8/layout/hierarchy1"/>
    <dgm:cxn modelId="{CDFB6A29-839A-4CA2-9B9F-0BED7792749A}" type="presParOf" srcId="{5DAB8C52-9B0A-4263-94A2-F1621247EE91}" destId="{D15C59C5-2184-472A-B88B-3295FFC80932}" srcOrd="0" destOrd="0" presId="urn:microsoft.com/office/officeart/2005/8/layout/hierarchy1"/>
    <dgm:cxn modelId="{5C79A2B0-78E5-49FE-A4DA-9DE1A9300CE1}" type="presParOf" srcId="{5DAB8C52-9B0A-4263-94A2-F1621247EE91}" destId="{24620B40-734C-49A0-8DD7-1E1AF1E41A93}" srcOrd="1" destOrd="0" presId="urn:microsoft.com/office/officeart/2005/8/layout/hierarchy1"/>
    <dgm:cxn modelId="{942A6155-FB32-4ED5-BAE4-7232C50E2825}" type="presParOf" srcId="{ECEBEA95-9944-4EF5-9BA6-E38B057D6265}" destId="{18A2B095-A928-4367-8DDF-C10054F8955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5368A7-5E83-46DB-A05A-6DD4CAE39A5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C"/>
        </a:p>
      </dgm:t>
    </dgm:pt>
    <dgm:pt modelId="{70C3892C-683A-40EE-BB46-FF23252AB659}">
      <dgm:prSet phldrT="[Texto]"/>
      <dgm:spPr/>
      <dgm:t>
        <a:bodyPr/>
        <a:lstStyle/>
        <a:p>
          <a:r>
            <a:rPr lang="es-EC" dirty="0"/>
            <a:t>d) Si los derechos del pueblo no se garantizan</a:t>
          </a:r>
        </a:p>
      </dgm:t>
    </dgm:pt>
    <dgm:pt modelId="{8CB96991-9139-4C37-A13D-B9528C5A60F8}" type="parTrans" cxnId="{DCC3C819-74BE-4BE1-BE0D-9A92431A965A}">
      <dgm:prSet/>
      <dgm:spPr/>
      <dgm:t>
        <a:bodyPr/>
        <a:lstStyle/>
        <a:p>
          <a:endParaRPr lang="es-EC"/>
        </a:p>
      </dgm:t>
    </dgm:pt>
    <dgm:pt modelId="{179FA668-E5CA-4354-8319-54BCBB49FFCB}" type="sibTrans" cxnId="{DCC3C819-74BE-4BE1-BE0D-9A92431A965A}">
      <dgm:prSet/>
      <dgm:spPr/>
      <dgm:t>
        <a:bodyPr/>
        <a:lstStyle/>
        <a:p>
          <a:endParaRPr lang="es-EC"/>
        </a:p>
      </dgm:t>
    </dgm:pt>
    <dgm:pt modelId="{B1B06D47-8F5A-477B-87A8-7DFFB7B9CFF7}">
      <dgm:prSet phldrT="[Texto]"/>
      <dgm:spPr/>
      <dgm:t>
        <a:bodyPr/>
        <a:lstStyle/>
        <a:p>
          <a:r>
            <a:rPr lang="es-EC" dirty="0"/>
            <a:t>e) Si no se cumplen las ofertas de campaña</a:t>
          </a:r>
        </a:p>
      </dgm:t>
    </dgm:pt>
    <dgm:pt modelId="{714A3F59-D90A-4FC9-B3DD-11935D8C32D8}" type="parTrans" cxnId="{3C684694-86F6-4541-A9BD-024D14C0BFBE}">
      <dgm:prSet/>
      <dgm:spPr/>
      <dgm:t>
        <a:bodyPr/>
        <a:lstStyle/>
        <a:p>
          <a:endParaRPr lang="es-EC"/>
        </a:p>
      </dgm:t>
    </dgm:pt>
    <dgm:pt modelId="{A240F830-888D-47A8-B0A8-64B06D9A6224}" type="sibTrans" cxnId="{3C684694-86F6-4541-A9BD-024D14C0BFBE}">
      <dgm:prSet/>
      <dgm:spPr/>
      <dgm:t>
        <a:bodyPr/>
        <a:lstStyle/>
        <a:p>
          <a:endParaRPr lang="es-EC"/>
        </a:p>
      </dgm:t>
    </dgm:pt>
    <dgm:pt modelId="{6AAF8C2B-53C1-440C-9754-054E4C4B66B2}" type="pres">
      <dgm:prSet presAssocID="{8E5368A7-5E83-46DB-A05A-6DD4CAE39A5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A31713D-9C1A-4F51-B376-29ECD71582EF}" type="pres">
      <dgm:prSet presAssocID="{70C3892C-683A-40EE-BB46-FF23252AB659}" presName="hierRoot1" presStyleCnt="0"/>
      <dgm:spPr/>
    </dgm:pt>
    <dgm:pt modelId="{D3BD0F48-159E-407C-AE05-403D6E836DAE}" type="pres">
      <dgm:prSet presAssocID="{70C3892C-683A-40EE-BB46-FF23252AB659}" presName="composite" presStyleCnt="0"/>
      <dgm:spPr/>
    </dgm:pt>
    <dgm:pt modelId="{B6822D8E-83D9-4BA9-9ABE-865E76EF5AFE}" type="pres">
      <dgm:prSet presAssocID="{70C3892C-683A-40EE-BB46-FF23252AB659}" presName="background" presStyleLbl="node0" presStyleIdx="0" presStyleCnt="2"/>
      <dgm:spPr/>
    </dgm:pt>
    <dgm:pt modelId="{48435ECE-12D4-420D-B241-592AEA9C2CF9}" type="pres">
      <dgm:prSet presAssocID="{70C3892C-683A-40EE-BB46-FF23252AB659}" presName="text" presStyleLbl="fgAcc0" presStyleIdx="0" presStyleCnt="2">
        <dgm:presLayoutVars>
          <dgm:chPref val="3"/>
        </dgm:presLayoutVars>
      </dgm:prSet>
      <dgm:spPr/>
    </dgm:pt>
    <dgm:pt modelId="{B7DAC5F6-1F42-4D22-B6E2-14775A926E58}" type="pres">
      <dgm:prSet presAssocID="{70C3892C-683A-40EE-BB46-FF23252AB659}" presName="hierChild2" presStyleCnt="0"/>
      <dgm:spPr/>
    </dgm:pt>
    <dgm:pt modelId="{1E6E7C82-C186-4A7A-9CBC-CE4783DFBF80}" type="pres">
      <dgm:prSet presAssocID="{B1B06D47-8F5A-477B-87A8-7DFFB7B9CFF7}" presName="hierRoot1" presStyleCnt="0"/>
      <dgm:spPr/>
    </dgm:pt>
    <dgm:pt modelId="{D2C5C8A0-7C11-4A61-A3BC-C9E3A51BE674}" type="pres">
      <dgm:prSet presAssocID="{B1B06D47-8F5A-477B-87A8-7DFFB7B9CFF7}" presName="composite" presStyleCnt="0"/>
      <dgm:spPr/>
    </dgm:pt>
    <dgm:pt modelId="{1F721FB1-2542-4DDD-91D5-BC8855582F53}" type="pres">
      <dgm:prSet presAssocID="{B1B06D47-8F5A-477B-87A8-7DFFB7B9CFF7}" presName="background" presStyleLbl="node0" presStyleIdx="1" presStyleCnt="2"/>
      <dgm:spPr/>
    </dgm:pt>
    <dgm:pt modelId="{BE76FF08-C988-44AD-8A8A-F6C6B3478863}" type="pres">
      <dgm:prSet presAssocID="{B1B06D47-8F5A-477B-87A8-7DFFB7B9CFF7}" presName="text" presStyleLbl="fgAcc0" presStyleIdx="1" presStyleCnt="2">
        <dgm:presLayoutVars>
          <dgm:chPref val="3"/>
        </dgm:presLayoutVars>
      </dgm:prSet>
      <dgm:spPr/>
    </dgm:pt>
    <dgm:pt modelId="{AD5F1341-77C0-4385-A874-097DC9FB8056}" type="pres">
      <dgm:prSet presAssocID="{B1B06D47-8F5A-477B-87A8-7DFFB7B9CFF7}" presName="hierChild2" presStyleCnt="0"/>
      <dgm:spPr/>
    </dgm:pt>
  </dgm:ptLst>
  <dgm:cxnLst>
    <dgm:cxn modelId="{DCC3C819-74BE-4BE1-BE0D-9A92431A965A}" srcId="{8E5368A7-5E83-46DB-A05A-6DD4CAE39A54}" destId="{70C3892C-683A-40EE-BB46-FF23252AB659}" srcOrd="0" destOrd="0" parTransId="{8CB96991-9139-4C37-A13D-B9528C5A60F8}" sibTransId="{179FA668-E5CA-4354-8319-54BCBB49FFCB}"/>
    <dgm:cxn modelId="{61035A22-DC7A-4BBC-AED8-8029F6EEC280}" type="presOf" srcId="{70C3892C-683A-40EE-BB46-FF23252AB659}" destId="{48435ECE-12D4-420D-B241-592AEA9C2CF9}" srcOrd="0" destOrd="0" presId="urn:microsoft.com/office/officeart/2005/8/layout/hierarchy1"/>
    <dgm:cxn modelId="{A5646581-C91F-4A09-894D-4DD172CE8A05}" type="presOf" srcId="{B1B06D47-8F5A-477B-87A8-7DFFB7B9CFF7}" destId="{BE76FF08-C988-44AD-8A8A-F6C6B3478863}" srcOrd="0" destOrd="0" presId="urn:microsoft.com/office/officeart/2005/8/layout/hierarchy1"/>
    <dgm:cxn modelId="{3C684694-86F6-4541-A9BD-024D14C0BFBE}" srcId="{8E5368A7-5E83-46DB-A05A-6DD4CAE39A54}" destId="{B1B06D47-8F5A-477B-87A8-7DFFB7B9CFF7}" srcOrd="1" destOrd="0" parTransId="{714A3F59-D90A-4FC9-B3DD-11935D8C32D8}" sibTransId="{A240F830-888D-47A8-B0A8-64B06D9A6224}"/>
    <dgm:cxn modelId="{D58E82A1-6972-486C-ADB4-A27C71FF4585}" type="presOf" srcId="{8E5368A7-5E83-46DB-A05A-6DD4CAE39A54}" destId="{6AAF8C2B-53C1-440C-9754-054E4C4B66B2}" srcOrd="0" destOrd="0" presId="urn:microsoft.com/office/officeart/2005/8/layout/hierarchy1"/>
    <dgm:cxn modelId="{65080713-5A5C-449E-9AB4-BF73D1454757}" type="presParOf" srcId="{6AAF8C2B-53C1-440C-9754-054E4C4B66B2}" destId="{9A31713D-9C1A-4F51-B376-29ECD71582EF}" srcOrd="0" destOrd="0" presId="urn:microsoft.com/office/officeart/2005/8/layout/hierarchy1"/>
    <dgm:cxn modelId="{391748CB-DACE-4B47-AD4C-92FC910B6DED}" type="presParOf" srcId="{9A31713D-9C1A-4F51-B376-29ECD71582EF}" destId="{D3BD0F48-159E-407C-AE05-403D6E836DAE}" srcOrd="0" destOrd="0" presId="urn:microsoft.com/office/officeart/2005/8/layout/hierarchy1"/>
    <dgm:cxn modelId="{FA936283-59D9-47FA-913D-8E6E72255792}" type="presParOf" srcId="{D3BD0F48-159E-407C-AE05-403D6E836DAE}" destId="{B6822D8E-83D9-4BA9-9ABE-865E76EF5AFE}" srcOrd="0" destOrd="0" presId="urn:microsoft.com/office/officeart/2005/8/layout/hierarchy1"/>
    <dgm:cxn modelId="{6E05AC73-9F18-4D93-95FD-36E65CF670F7}" type="presParOf" srcId="{D3BD0F48-159E-407C-AE05-403D6E836DAE}" destId="{48435ECE-12D4-420D-B241-592AEA9C2CF9}" srcOrd="1" destOrd="0" presId="urn:microsoft.com/office/officeart/2005/8/layout/hierarchy1"/>
    <dgm:cxn modelId="{EE600665-22EB-4EFD-850E-F979FFAB970F}" type="presParOf" srcId="{9A31713D-9C1A-4F51-B376-29ECD71582EF}" destId="{B7DAC5F6-1F42-4D22-B6E2-14775A926E58}" srcOrd="1" destOrd="0" presId="urn:microsoft.com/office/officeart/2005/8/layout/hierarchy1"/>
    <dgm:cxn modelId="{B2B6EA86-D495-4110-8FEF-97FD54018844}" type="presParOf" srcId="{6AAF8C2B-53C1-440C-9754-054E4C4B66B2}" destId="{1E6E7C82-C186-4A7A-9CBC-CE4783DFBF80}" srcOrd="1" destOrd="0" presId="urn:microsoft.com/office/officeart/2005/8/layout/hierarchy1"/>
    <dgm:cxn modelId="{0972CDCC-B12D-4EEB-BDCF-15A1454CF39B}" type="presParOf" srcId="{1E6E7C82-C186-4A7A-9CBC-CE4783DFBF80}" destId="{D2C5C8A0-7C11-4A61-A3BC-C9E3A51BE674}" srcOrd="0" destOrd="0" presId="urn:microsoft.com/office/officeart/2005/8/layout/hierarchy1"/>
    <dgm:cxn modelId="{9B3B5233-0E1B-478A-9AE3-EE2BC86986DD}" type="presParOf" srcId="{D2C5C8A0-7C11-4A61-A3BC-C9E3A51BE674}" destId="{1F721FB1-2542-4DDD-91D5-BC8855582F53}" srcOrd="0" destOrd="0" presId="urn:microsoft.com/office/officeart/2005/8/layout/hierarchy1"/>
    <dgm:cxn modelId="{D3BE7126-515C-4A5A-8B51-9FA73BF89D90}" type="presParOf" srcId="{D2C5C8A0-7C11-4A61-A3BC-C9E3A51BE674}" destId="{BE76FF08-C988-44AD-8A8A-F6C6B3478863}" srcOrd="1" destOrd="0" presId="urn:microsoft.com/office/officeart/2005/8/layout/hierarchy1"/>
    <dgm:cxn modelId="{02FA8FBD-5705-4F62-8EE5-64F4EB82BE3A}" type="presParOf" srcId="{1E6E7C82-C186-4A7A-9CBC-CE4783DFBF80}" destId="{AD5F1341-77C0-4385-A874-097DC9FB805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1718BF-AA4D-4FD5-BE84-A8875BF364C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C"/>
        </a:p>
      </dgm:t>
    </dgm:pt>
    <dgm:pt modelId="{B46490EA-9C4D-48C2-ACA8-AF34D63D1384}">
      <dgm:prSet phldrT="[Texto]" custT="1"/>
      <dgm:spPr/>
      <dgm:t>
        <a:bodyPr/>
        <a:lstStyle/>
        <a:p>
          <a:r>
            <a:rPr lang="es-EC" sz="2400" dirty="0"/>
            <a:t>La ausencia de rendición de cuentas</a:t>
          </a:r>
        </a:p>
      </dgm:t>
    </dgm:pt>
    <dgm:pt modelId="{C852F183-89D2-441E-8D4E-DEE0EA543B88}" type="parTrans" cxnId="{B4B9A115-65AC-40EE-ABE2-9D7D25B51139}">
      <dgm:prSet/>
      <dgm:spPr/>
      <dgm:t>
        <a:bodyPr/>
        <a:lstStyle/>
        <a:p>
          <a:endParaRPr lang="es-EC"/>
        </a:p>
      </dgm:t>
    </dgm:pt>
    <dgm:pt modelId="{B7644510-1BC4-4842-B829-AC226EDA2112}" type="sibTrans" cxnId="{B4B9A115-65AC-40EE-ABE2-9D7D25B51139}">
      <dgm:prSet/>
      <dgm:spPr/>
      <dgm:t>
        <a:bodyPr/>
        <a:lstStyle/>
        <a:p>
          <a:endParaRPr lang="es-EC"/>
        </a:p>
      </dgm:t>
    </dgm:pt>
    <dgm:pt modelId="{58B41E5C-C535-4048-BF93-5B379F072029}">
      <dgm:prSet phldrT="[Texto]" custT="1"/>
      <dgm:spPr/>
      <dgm:t>
        <a:bodyPr/>
        <a:lstStyle/>
        <a:p>
          <a:r>
            <a:rPr lang="es-EC" sz="2400" dirty="0"/>
            <a:t>La falta de transparencia</a:t>
          </a:r>
        </a:p>
      </dgm:t>
    </dgm:pt>
    <dgm:pt modelId="{6E0DE780-B747-4074-8DCD-B695091FFFE2}" type="parTrans" cxnId="{D7C0FFAE-307C-4AA8-8245-C42ADCFC8EEA}">
      <dgm:prSet/>
      <dgm:spPr/>
      <dgm:t>
        <a:bodyPr/>
        <a:lstStyle/>
        <a:p>
          <a:endParaRPr lang="es-EC"/>
        </a:p>
      </dgm:t>
    </dgm:pt>
    <dgm:pt modelId="{CDDA69BF-2C43-4D7B-862F-C382E66FF425}" type="sibTrans" cxnId="{D7C0FFAE-307C-4AA8-8245-C42ADCFC8EEA}">
      <dgm:prSet/>
      <dgm:spPr/>
      <dgm:t>
        <a:bodyPr/>
        <a:lstStyle/>
        <a:p>
          <a:endParaRPr lang="es-EC"/>
        </a:p>
      </dgm:t>
    </dgm:pt>
    <dgm:pt modelId="{B4769BFB-AC6E-439F-AD82-3196BDF6DE9A}">
      <dgm:prSet phldrT="[Texto]" custT="1"/>
      <dgm:spPr/>
      <dgm:t>
        <a:bodyPr/>
        <a:lstStyle/>
        <a:p>
          <a:r>
            <a:rPr lang="es-EC" sz="2400" dirty="0"/>
            <a:t>La estructura autoritaria de los partidos políticos</a:t>
          </a:r>
        </a:p>
      </dgm:t>
    </dgm:pt>
    <dgm:pt modelId="{B0E16766-7AF2-483D-9A39-A90AB773139D}" type="parTrans" cxnId="{22509E14-315C-467B-BFFA-F42CA39FA2E8}">
      <dgm:prSet/>
      <dgm:spPr/>
      <dgm:t>
        <a:bodyPr/>
        <a:lstStyle/>
        <a:p>
          <a:endParaRPr lang="es-EC"/>
        </a:p>
      </dgm:t>
    </dgm:pt>
    <dgm:pt modelId="{C67FF1D7-C459-433E-93C9-E102A21DC82A}" type="sibTrans" cxnId="{22509E14-315C-467B-BFFA-F42CA39FA2E8}">
      <dgm:prSet/>
      <dgm:spPr/>
      <dgm:t>
        <a:bodyPr/>
        <a:lstStyle/>
        <a:p>
          <a:endParaRPr lang="es-EC"/>
        </a:p>
      </dgm:t>
    </dgm:pt>
    <dgm:pt modelId="{8DA8274D-3F9C-4052-8CB7-A0AC336BB3B6}">
      <dgm:prSet phldrT="[Texto]" custT="1"/>
      <dgm:spPr/>
      <dgm:t>
        <a:bodyPr/>
        <a:lstStyle/>
        <a:p>
          <a:r>
            <a:rPr lang="es-EC" sz="2400" dirty="0"/>
            <a:t>Los “cambios de camiseta”</a:t>
          </a:r>
        </a:p>
      </dgm:t>
    </dgm:pt>
    <dgm:pt modelId="{B8BEF663-E738-4228-AB42-C9B48A41193F}" type="parTrans" cxnId="{DDFDFA57-5EB0-4D0F-A050-32D5927584A9}">
      <dgm:prSet/>
      <dgm:spPr/>
      <dgm:t>
        <a:bodyPr/>
        <a:lstStyle/>
        <a:p>
          <a:endParaRPr lang="es-EC"/>
        </a:p>
      </dgm:t>
    </dgm:pt>
    <dgm:pt modelId="{6EF833ED-782A-47EF-AA12-5CB17EBFBEEE}" type="sibTrans" cxnId="{DDFDFA57-5EB0-4D0F-A050-32D5927584A9}">
      <dgm:prSet/>
      <dgm:spPr/>
      <dgm:t>
        <a:bodyPr/>
        <a:lstStyle/>
        <a:p>
          <a:endParaRPr lang="es-EC"/>
        </a:p>
      </dgm:t>
    </dgm:pt>
    <dgm:pt modelId="{092B88FC-C4B9-4959-9733-A1ED25DC0721}" type="pres">
      <dgm:prSet presAssocID="{001718BF-AA4D-4FD5-BE84-A8875BF364CB}" presName="CompostProcess" presStyleCnt="0">
        <dgm:presLayoutVars>
          <dgm:dir/>
          <dgm:resizeHandles val="exact"/>
        </dgm:presLayoutVars>
      </dgm:prSet>
      <dgm:spPr/>
    </dgm:pt>
    <dgm:pt modelId="{1E0061F3-C3B0-4A0A-99CB-FB5309B8130F}" type="pres">
      <dgm:prSet presAssocID="{001718BF-AA4D-4FD5-BE84-A8875BF364CB}" presName="arrow" presStyleLbl="bgShp" presStyleIdx="0" presStyleCnt="1"/>
      <dgm:spPr/>
    </dgm:pt>
    <dgm:pt modelId="{52CBEA62-8CCE-4668-8805-DF8EAA155709}" type="pres">
      <dgm:prSet presAssocID="{001718BF-AA4D-4FD5-BE84-A8875BF364CB}" presName="linearProcess" presStyleCnt="0"/>
      <dgm:spPr/>
    </dgm:pt>
    <dgm:pt modelId="{A74BCDC6-71D3-45EA-9AD2-DE7FF5320612}" type="pres">
      <dgm:prSet presAssocID="{B46490EA-9C4D-48C2-ACA8-AF34D63D1384}" presName="textNode" presStyleLbl="node1" presStyleIdx="0" presStyleCnt="4">
        <dgm:presLayoutVars>
          <dgm:bulletEnabled val="1"/>
        </dgm:presLayoutVars>
      </dgm:prSet>
      <dgm:spPr/>
    </dgm:pt>
    <dgm:pt modelId="{2C266D97-A2ED-4981-917D-5BF3CEA5F4E6}" type="pres">
      <dgm:prSet presAssocID="{B7644510-1BC4-4842-B829-AC226EDA2112}" presName="sibTrans" presStyleCnt="0"/>
      <dgm:spPr/>
    </dgm:pt>
    <dgm:pt modelId="{A8BD27CB-2B50-4B09-8E06-C366C5418C84}" type="pres">
      <dgm:prSet presAssocID="{58B41E5C-C535-4048-BF93-5B379F072029}" presName="textNode" presStyleLbl="node1" presStyleIdx="1" presStyleCnt="4">
        <dgm:presLayoutVars>
          <dgm:bulletEnabled val="1"/>
        </dgm:presLayoutVars>
      </dgm:prSet>
      <dgm:spPr/>
    </dgm:pt>
    <dgm:pt modelId="{A802AE4D-6B9D-4B4F-BF59-F30F3C717E14}" type="pres">
      <dgm:prSet presAssocID="{CDDA69BF-2C43-4D7B-862F-C382E66FF425}" presName="sibTrans" presStyleCnt="0"/>
      <dgm:spPr/>
    </dgm:pt>
    <dgm:pt modelId="{C0268C2E-D3B7-48FF-AB41-6200615661C5}" type="pres">
      <dgm:prSet presAssocID="{8DA8274D-3F9C-4052-8CB7-A0AC336BB3B6}" presName="textNode" presStyleLbl="node1" presStyleIdx="2" presStyleCnt="4" custLinFactNeighborX="-9474" custLinFactNeighborY="-2811">
        <dgm:presLayoutVars>
          <dgm:bulletEnabled val="1"/>
        </dgm:presLayoutVars>
      </dgm:prSet>
      <dgm:spPr/>
    </dgm:pt>
    <dgm:pt modelId="{11B10F4C-37CE-4509-B0FA-ECCBA2DC878D}" type="pres">
      <dgm:prSet presAssocID="{6EF833ED-782A-47EF-AA12-5CB17EBFBEEE}" presName="sibTrans" presStyleCnt="0"/>
      <dgm:spPr/>
    </dgm:pt>
    <dgm:pt modelId="{5C852FB8-492D-4D41-98BB-AD8FFBD4E29E}" type="pres">
      <dgm:prSet presAssocID="{B4769BFB-AC6E-439F-AD82-3196BDF6DE9A}" presName="textNode" presStyleLbl="node1" presStyleIdx="3" presStyleCnt="4" custLinFactNeighborX="-157" custLinFactNeighborY="-2121">
        <dgm:presLayoutVars>
          <dgm:bulletEnabled val="1"/>
        </dgm:presLayoutVars>
      </dgm:prSet>
      <dgm:spPr/>
    </dgm:pt>
  </dgm:ptLst>
  <dgm:cxnLst>
    <dgm:cxn modelId="{22509E14-315C-467B-BFFA-F42CA39FA2E8}" srcId="{001718BF-AA4D-4FD5-BE84-A8875BF364CB}" destId="{B4769BFB-AC6E-439F-AD82-3196BDF6DE9A}" srcOrd="3" destOrd="0" parTransId="{B0E16766-7AF2-483D-9A39-A90AB773139D}" sibTransId="{C67FF1D7-C459-433E-93C9-E102A21DC82A}"/>
    <dgm:cxn modelId="{B4B9A115-65AC-40EE-ABE2-9D7D25B51139}" srcId="{001718BF-AA4D-4FD5-BE84-A8875BF364CB}" destId="{B46490EA-9C4D-48C2-ACA8-AF34D63D1384}" srcOrd="0" destOrd="0" parTransId="{C852F183-89D2-441E-8D4E-DEE0EA543B88}" sibTransId="{B7644510-1BC4-4842-B829-AC226EDA2112}"/>
    <dgm:cxn modelId="{DDFDFA57-5EB0-4D0F-A050-32D5927584A9}" srcId="{001718BF-AA4D-4FD5-BE84-A8875BF364CB}" destId="{8DA8274D-3F9C-4052-8CB7-A0AC336BB3B6}" srcOrd="2" destOrd="0" parTransId="{B8BEF663-E738-4228-AB42-C9B48A41193F}" sibTransId="{6EF833ED-782A-47EF-AA12-5CB17EBFBEEE}"/>
    <dgm:cxn modelId="{078B9EAB-C7FE-410D-A611-47BC73514F7F}" type="presOf" srcId="{B4769BFB-AC6E-439F-AD82-3196BDF6DE9A}" destId="{5C852FB8-492D-4D41-98BB-AD8FFBD4E29E}" srcOrd="0" destOrd="0" presId="urn:microsoft.com/office/officeart/2005/8/layout/hProcess9"/>
    <dgm:cxn modelId="{D7C0FFAE-307C-4AA8-8245-C42ADCFC8EEA}" srcId="{001718BF-AA4D-4FD5-BE84-A8875BF364CB}" destId="{58B41E5C-C535-4048-BF93-5B379F072029}" srcOrd="1" destOrd="0" parTransId="{6E0DE780-B747-4074-8DCD-B695091FFFE2}" sibTransId="{CDDA69BF-2C43-4D7B-862F-C382E66FF425}"/>
    <dgm:cxn modelId="{81879DBE-91DC-45AA-937D-1C45147CC679}" type="presOf" srcId="{B46490EA-9C4D-48C2-ACA8-AF34D63D1384}" destId="{A74BCDC6-71D3-45EA-9AD2-DE7FF5320612}" srcOrd="0" destOrd="0" presId="urn:microsoft.com/office/officeart/2005/8/layout/hProcess9"/>
    <dgm:cxn modelId="{839B6FC1-7E6C-463F-B23E-25EF9A5558A5}" type="presOf" srcId="{001718BF-AA4D-4FD5-BE84-A8875BF364CB}" destId="{092B88FC-C4B9-4959-9733-A1ED25DC0721}" srcOrd="0" destOrd="0" presId="urn:microsoft.com/office/officeart/2005/8/layout/hProcess9"/>
    <dgm:cxn modelId="{C69214E1-4030-4116-8A17-C3856EF4C749}" type="presOf" srcId="{58B41E5C-C535-4048-BF93-5B379F072029}" destId="{A8BD27CB-2B50-4B09-8E06-C366C5418C84}" srcOrd="0" destOrd="0" presId="urn:microsoft.com/office/officeart/2005/8/layout/hProcess9"/>
    <dgm:cxn modelId="{7BB061F4-8765-4AD2-B778-0FE7B3CFD156}" type="presOf" srcId="{8DA8274D-3F9C-4052-8CB7-A0AC336BB3B6}" destId="{C0268C2E-D3B7-48FF-AB41-6200615661C5}" srcOrd="0" destOrd="0" presId="urn:microsoft.com/office/officeart/2005/8/layout/hProcess9"/>
    <dgm:cxn modelId="{F5CE4713-A838-4D4D-A8D1-A9A68543C3C6}" type="presParOf" srcId="{092B88FC-C4B9-4959-9733-A1ED25DC0721}" destId="{1E0061F3-C3B0-4A0A-99CB-FB5309B8130F}" srcOrd="0" destOrd="0" presId="urn:microsoft.com/office/officeart/2005/8/layout/hProcess9"/>
    <dgm:cxn modelId="{6CBC07F7-5200-4B87-867F-4DBB00E18E19}" type="presParOf" srcId="{092B88FC-C4B9-4959-9733-A1ED25DC0721}" destId="{52CBEA62-8CCE-4668-8805-DF8EAA155709}" srcOrd="1" destOrd="0" presId="urn:microsoft.com/office/officeart/2005/8/layout/hProcess9"/>
    <dgm:cxn modelId="{B8A55376-FAF4-449C-BDF0-F644F2617A64}" type="presParOf" srcId="{52CBEA62-8CCE-4668-8805-DF8EAA155709}" destId="{A74BCDC6-71D3-45EA-9AD2-DE7FF5320612}" srcOrd="0" destOrd="0" presId="urn:microsoft.com/office/officeart/2005/8/layout/hProcess9"/>
    <dgm:cxn modelId="{7A460367-EA03-49BF-BD9B-3B826D877C7C}" type="presParOf" srcId="{52CBEA62-8CCE-4668-8805-DF8EAA155709}" destId="{2C266D97-A2ED-4981-917D-5BF3CEA5F4E6}" srcOrd="1" destOrd="0" presId="urn:microsoft.com/office/officeart/2005/8/layout/hProcess9"/>
    <dgm:cxn modelId="{EF6CC9BC-E12C-4290-9E1C-032ADF664277}" type="presParOf" srcId="{52CBEA62-8CCE-4668-8805-DF8EAA155709}" destId="{A8BD27CB-2B50-4B09-8E06-C366C5418C84}" srcOrd="2" destOrd="0" presId="urn:microsoft.com/office/officeart/2005/8/layout/hProcess9"/>
    <dgm:cxn modelId="{28FF2FE5-FDC1-4BEB-8611-6F26C93EA040}" type="presParOf" srcId="{52CBEA62-8CCE-4668-8805-DF8EAA155709}" destId="{A802AE4D-6B9D-4B4F-BF59-F30F3C717E14}" srcOrd="3" destOrd="0" presId="urn:microsoft.com/office/officeart/2005/8/layout/hProcess9"/>
    <dgm:cxn modelId="{6F448EF0-D5AC-4D36-A319-900A9DFB4D1F}" type="presParOf" srcId="{52CBEA62-8CCE-4668-8805-DF8EAA155709}" destId="{C0268C2E-D3B7-48FF-AB41-6200615661C5}" srcOrd="4" destOrd="0" presId="urn:microsoft.com/office/officeart/2005/8/layout/hProcess9"/>
    <dgm:cxn modelId="{6DE8EB11-71A6-4784-9410-56FA962FF635}" type="presParOf" srcId="{52CBEA62-8CCE-4668-8805-DF8EAA155709}" destId="{11B10F4C-37CE-4509-B0FA-ECCBA2DC878D}" srcOrd="5" destOrd="0" presId="urn:microsoft.com/office/officeart/2005/8/layout/hProcess9"/>
    <dgm:cxn modelId="{68D2D90C-38F6-48E8-B71F-DCD225AA7DAB}" type="presParOf" srcId="{52CBEA62-8CCE-4668-8805-DF8EAA155709}" destId="{5C852FB8-492D-4D41-98BB-AD8FFBD4E29E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493A5E-B533-4DBB-A500-F146FC08DA61}">
      <dsp:nvSpPr>
        <dsp:cNvPr id="0" name=""/>
        <dsp:cNvSpPr/>
      </dsp:nvSpPr>
      <dsp:spPr>
        <a:xfrm>
          <a:off x="3475733" y="978486"/>
          <a:ext cx="2207699" cy="5056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450"/>
              </a:lnTo>
              <a:lnTo>
                <a:pt x="2207699" y="336450"/>
              </a:lnTo>
              <a:lnTo>
                <a:pt x="2207699" y="505672"/>
              </a:lnTo>
            </a:path>
          </a:pathLst>
        </a:custGeom>
        <a:noFill/>
        <a:ln w="5715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D8DA65-6BF6-43A4-840E-46344046D4A2}">
      <dsp:nvSpPr>
        <dsp:cNvPr id="0" name=""/>
        <dsp:cNvSpPr/>
      </dsp:nvSpPr>
      <dsp:spPr>
        <a:xfrm>
          <a:off x="3430013" y="978486"/>
          <a:ext cx="91440" cy="5312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31261"/>
              </a:lnTo>
            </a:path>
          </a:pathLst>
        </a:custGeom>
        <a:noFill/>
        <a:ln w="5715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A0ACA2-122C-4C4E-A599-4E1297D097CA}">
      <dsp:nvSpPr>
        <dsp:cNvPr id="0" name=""/>
        <dsp:cNvSpPr/>
      </dsp:nvSpPr>
      <dsp:spPr>
        <a:xfrm>
          <a:off x="1243117" y="978486"/>
          <a:ext cx="2232615" cy="531261"/>
        </a:xfrm>
        <a:custGeom>
          <a:avLst/>
          <a:gdLst/>
          <a:ahLst/>
          <a:cxnLst/>
          <a:rect l="0" t="0" r="0" b="0"/>
          <a:pathLst>
            <a:path>
              <a:moveTo>
                <a:pt x="2232615" y="0"/>
              </a:moveTo>
              <a:lnTo>
                <a:pt x="2232615" y="362038"/>
              </a:lnTo>
              <a:lnTo>
                <a:pt x="0" y="362038"/>
              </a:lnTo>
              <a:lnTo>
                <a:pt x="0" y="531261"/>
              </a:lnTo>
            </a:path>
          </a:pathLst>
        </a:custGeom>
        <a:noFill/>
        <a:ln w="5715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EC0334-BEB0-4E1D-9E17-9D598D1E22B7}">
      <dsp:nvSpPr>
        <dsp:cNvPr id="0" name=""/>
        <dsp:cNvSpPr/>
      </dsp:nvSpPr>
      <dsp:spPr>
        <a:xfrm>
          <a:off x="1152755" y="652"/>
          <a:ext cx="4645956" cy="9778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7AE82B-C494-462D-863C-DDC4252A3F37}">
      <dsp:nvSpPr>
        <dsp:cNvPr id="0" name=""/>
        <dsp:cNvSpPr/>
      </dsp:nvSpPr>
      <dsp:spPr>
        <a:xfrm>
          <a:off x="1355720" y="193469"/>
          <a:ext cx="4645956" cy="9778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3200" b="1" kern="1200" dirty="0"/>
            <a:t>Causas	de la perdida de la legitimidad</a:t>
          </a:r>
        </a:p>
      </dsp:txBody>
      <dsp:txXfrm>
        <a:off x="1384360" y="222109"/>
        <a:ext cx="4588676" cy="920554"/>
      </dsp:txXfrm>
    </dsp:sp>
    <dsp:sp modelId="{941EC287-8B0B-423D-AD2F-EEB5DB38B5CE}">
      <dsp:nvSpPr>
        <dsp:cNvPr id="0" name=""/>
        <dsp:cNvSpPr/>
      </dsp:nvSpPr>
      <dsp:spPr>
        <a:xfrm>
          <a:off x="329774" y="1509747"/>
          <a:ext cx="1826685" cy="1159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DA35D-B635-4013-9955-B471E6088F3F}">
      <dsp:nvSpPr>
        <dsp:cNvPr id="0" name=""/>
        <dsp:cNvSpPr/>
      </dsp:nvSpPr>
      <dsp:spPr>
        <a:xfrm>
          <a:off x="532739" y="1702564"/>
          <a:ext cx="1826685" cy="11599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400" kern="1200" dirty="0"/>
            <a:t>a)Usurpación del poder</a:t>
          </a:r>
        </a:p>
      </dsp:txBody>
      <dsp:txXfrm>
        <a:off x="566713" y="1736538"/>
        <a:ext cx="1758737" cy="1091997"/>
      </dsp:txXfrm>
    </dsp:sp>
    <dsp:sp modelId="{166ABF3E-2ECE-4391-8178-4569B98BDE8B}">
      <dsp:nvSpPr>
        <dsp:cNvPr id="0" name=""/>
        <dsp:cNvSpPr/>
      </dsp:nvSpPr>
      <dsp:spPr>
        <a:xfrm>
          <a:off x="2562390" y="1509747"/>
          <a:ext cx="1826685" cy="1159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58E4F-3C27-4963-815A-887C452459E0}">
      <dsp:nvSpPr>
        <dsp:cNvPr id="0" name=""/>
        <dsp:cNvSpPr/>
      </dsp:nvSpPr>
      <dsp:spPr>
        <a:xfrm>
          <a:off x="2765355" y="1702564"/>
          <a:ext cx="1826685" cy="11599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/>
            <a:t>b)Cuando el mandatario se convierte en tirano</a:t>
          </a:r>
        </a:p>
      </dsp:txBody>
      <dsp:txXfrm>
        <a:off x="2799329" y="1736538"/>
        <a:ext cx="1758737" cy="1091997"/>
      </dsp:txXfrm>
    </dsp:sp>
    <dsp:sp modelId="{D15C59C5-2184-472A-B88B-3295FFC80932}">
      <dsp:nvSpPr>
        <dsp:cNvPr id="0" name=""/>
        <dsp:cNvSpPr/>
      </dsp:nvSpPr>
      <dsp:spPr>
        <a:xfrm>
          <a:off x="4770090" y="1484159"/>
          <a:ext cx="1826685" cy="1159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20B40-734C-49A0-8DD7-1E1AF1E41A93}">
      <dsp:nvSpPr>
        <dsp:cNvPr id="0" name=""/>
        <dsp:cNvSpPr/>
      </dsp:nvSpPr>
      <dsp:spPr>
        <a:xfrm>
          <a:off x="4973055" y="1676975"/>
          <a:ext cx="1826685" cy="11599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800" kern="1200" dirty="0"/>
            <a:t>c)Irregularidades en manejo de las funciones legislativas</a:t>
          </a:r>
        </a:p>
      </dsp:txBody>
      <dsp:txXfrm>
        <a:off x="5007029" y="1710949"/>
        <a:ext cx="1758737" cy="10919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822D8E-83D9-4BA9-9ABE-865E76EF5AFE}">
      <dsp:nvSpPr>
        <dsp:cNvPr id="0" name=""/>
        <dsp:cNvSpPr/>
      </dsp:nvSpPr>
      <dsp:spPr>
        <a:xfrm>
          <a:off x="514" y="991580"/>
          <a:ext cx="1804894" cy="1146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35ECE-12D4-420D-B241-592AEA9C2CF9}">
      <dsp:nvSpPr>
        <dsp:cNvPr id="0" name=""/>
        <dsp:cNvSpPr/>
      </dsp:nvSpPr>
      <dsp:spPr>
        <a:xfrm>
          <a:off x="201058" y="1182097"/>
          <a:ext cx="1804894" cy="1146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kern="1200" dirty="0"/>
            <a:t>d) Si los derechos del pueblo no se garantizan</a:t>
          </a:r>
        </a:p>
      </dsp:txBody>
      <dsp:txXfrm>
        <a:off x="234626" y="1215665"/>
        <a:ext cx="1737758" cy="1078972"/>
      </dsp:txXfrm>
    </dsp:sp>
    <dsp:sp modelId="{1F721FB1-2542-4DDD-91D5-BC8855582F53}">
      <dsp:nvSpPr>
        <dsp:cNvPr id="0" name=""/>
        <dsp:cNvSpPr/>
      </dsp:nvSpPr>
      <dsp:spPr>
        <a:xfrm>
          <a:off x="2206496" y="991580"/>
          <a:ext cx="1804894" cy="1146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76FF08-C988-44AD-8A8A-F6C6B3478863}">
      <dsp:nvSpPr>
        <dsp:cNvPr id="0" name=""/>
        <dsp:cNvSpPr/>
      </dsp:nvSpPr>
      <dsp:spPr>
        <a:xfrm>
          <a:off x="2407040" y="1182097"/>
          <a:ext cx="1804894" cy="1146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1700" kern="1200" dirty="0"/>
            <a:t>e) Si no se cumplen las ofertas de campaña</a:t>
          </a:r>
        </a:p>
      </dsp:txBody>
      <dsp:txXfrm>
        <a:off x="2440608" y="1215665"/>
        <a:ext cx="1737758" cy="10789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0061F3-C3B0-4A0A-99CB-FB5309B8130F}">
      <dsp:nvSpPr>
        <dsp:cNvPr id="0" name=""/>
        <dsp:cNvSpPr/>
      </dsp:nvSpPr>
      <dsp:spPr>
        <a:xfrm>
          <a:off x="850358" y="0"/>
          <a:ext cx="9637400" cy="4482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4BCDC6-71D3-45EA-9AD2-DE7FF5320612}">
      <dsp:nvSpPr>
        <dsp:cNvPr id="0" name=""/>
        <dsp:cNvSpPr/>
      </dsp:nvSpPr>
      <dsp:spPr>
        <a:xfrm>
          <a:off x="3875" y="1344701"/>
          <a:ext cx="2517859" cy="17929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400" kern="1200" dirty="0"/>
            <a:t>La ausencia de rendición de cuentas</a:t>
          </a:r>
        </a:p>
      </dsp:txBody>
      <dsp:txXfrm>
        <a:off x="91399" y="1432225"/>
        <a:ext cx="2342811" cy="1617887"/>
      </dsp:txXfrm>
    </dsp:sp>
    <dsp:sp modelId="{A8BD27CB-2B50-4B09-8E06-C366C5418C84}">
      <dsp:nvSpPr>
        <dsp:cNvPr id="0" name=""/>
        <dsp:cNvSpPr/>
      </dsp:nvSpPr>
      <dsp:spPr>
        <a:xfrm>
          <a:off x="2941377" y="1344701"/>
          <a:ext cx="2517859" cy="17929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400" kern="1200" dirty="0"/>
            <a:t>La falta de transparencia</a:t>
          </a:r>
        </a:p>
      </dsp:txBody>
      <dsp:txXfrm>
        <a:off x="3028901" y="1432225"/>
        <a:ext cx="2342811" cy="1617887"/>
      </dsp:txXfrm>
    </dsp:sp>
    <dsp:sp modelId="{C0268C2E-D3B7-48FF-AB41-6200615661C5}">
      <dsp:nvSpPr>
        <dsp:cNvPr id="0" name=""/>
        <dsp:cNvSpPr/>
      </dsp:nvSpPr>
      <dsp:spPr>
        <a:xfrm>
          <a:off x="5839123" y="1294301"/>
          <a:ext cx="2517859" cy="17929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400" kern="1200" dirty="0"/>
            <a:t>Los “cambios de camiseta”</a:t>
          </a:r>
        </a:p>
      </dsp:txBody>
      <dsp:txXfrm>
        <a:off x="5926647" y="1381825"/>
        <a:ext cx="2342811" cy="1617887"/>
      </dsp:txXfrm>
    </dsp:sp>
    <dsp:sp modelId="{5C852FB8-492D-4D41-98BB-AD8FFBD4E29E}">
      <dsp:nvSpPr>
        <dsp:cNvPr id="0" name=""/>
        <dsp:cNvSpPr/>
      </dsp:nvSpPr>
      <dsp:spPr>
        <a:xfrm>
          <a:off x="8815724" y="1306673"/>
          <a:ext cx="2517859" cy="17929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400" kern="1200" dirty="0"/>
            <a:t>La estructura autoritaria de los partidos políticos</a:t>
          </a:r>
        </a:p>
      </dsp:txBody>
      <dsp:txXfrm>
        <a:off x="8903248" y="1394197"/>
        <a:ext cx="2342811" cy="1617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3/13/2023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A1B5D-B0E1-4C42-8DE6-829160FC4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70922"/>
            <a:ext cx="8945217" cy="1669773"/>
          </a:xfrm>
        </p:spPr>
        <p:txBody>
          <a:bodyPr/>
          <a:lstStyle/>
          <a:p>
            <a:pPr algn="ctr"/>
            <a:r>
              <a:rPr lang="es-EC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atura MT Script Capitals" panose="03020802060602070202" pitchFamily="66" charset="0"/>
              </a:rPr>
              <a:t>Dificultades y límites de la democracia representativa</a:t>
            </a:r>
          </a:p>
        </p:txBody>
      </p:sp>
    </p:spTree>
    <p:extLst>
      <p:ext uri="{BB962C8B-B14F-4D97-AF65-F5344CB8AC3E}">
        <p14:creationId xmlns:p14="http://schemas.microsoft.com/office/powerpoint/2010/main" val="2813089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FE2919-DCA7-4D66-90A8-BED76BFE4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753228"/>
            <a:ext cx="10294182" cy="1080938"/>
          </a:xfrm>
        </p:spPr>
        <p:txBody>
          <a:bodyPr>
            <a:normAutofit/>
          </a:bodyPr>
          <a:lstStyle/>
          <a:p>
            <a:pPr algn="ctr"/>
            <a:r>
              <a:rPr lang="es-EC" sz="4400" b="1" dirty="0"/>
              <a:t>Democracia y perdida del poder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F5BC4E7-8F71-47DA-89B2-9884F77B61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1000482"/>
              </p:ext>
            </p:extLst>
          </p:nvPr>
        </p:nvGraphicFramePr>
        <p:xfrm>
          <a:off x="681038" y="2336800"/>
          <a:ext cx="96139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3900">
                  <a:extLst>
                    <a:ext uri="{9D8B030D-6E8A-4147-A177-3AD203B41FA5}">
                      <a16:colId xmlns:a16="http://schemas.microsoft.com/office/drawing/2014/main" val="1044105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C" sz="2400" b="1" dirty="0">
                          <a:solidFill>
                            <a:srgbClr val="002060"/>
                          </a:solidFill>
                        </a:rPr>
                        <a:t>1.</a:t>
                      </a:r>
                      <a:r>
                        <a:rPr lang="es-EC" sz="2400" b="1" dirty="0"/>
                        <a:t>la democracia es un sistema que le permite a la ciudadanía elegir a sus representantes para las diferentes funciones del Estado. Al elegir a sus representantes, el pueblo se despoja de su poder y lo entrega los gobernantes para que actúan en su nombre, creándose un pacto social que legitima el poder a las autoridades.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567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C" sz="2400" b="1" dirty="0">
                          <a:solidFill>
                            <a:srgbClr val="002060"/>
                          </a:solidFill>
                        </a:rPr>
                        <a:t>2.</a:t>
                      </a:r>
                      <a:r>
                        <a:rPr lang="es-EC" sz="2400" b="1" dirty="0"/>
                        <a:t>la legitimidad del poder se puede perder si es que la sociedad expresa su resistencia, hasta que se nombren nuevas </a:t>
                      </a:r>
                      <a:r>
                        <a:rPr lang="es-EC" sz="2400" b="1" dirty="0" err="1"/>
                        <a:t>autorides</a:t>
                      </a:r>
                      <a:r>
                        <a:rPr lang="es-EC" sz="2400" b="1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604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7997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9FF5C-B46A-4AA2-900E-ED740DBD4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40" y="770277"/>
            <a:ext cx="9613861" cy="1080938"/>
          </a:xfrm>
        </p:spPr>
        <p:txBody>
          <a:bodyPr/>
          <a:lstStyle/>
          <a:p>
            <a:pPr algn="ctr"/>
            <a:r>
              <a:rPr lang="es-EC" b="1" dirty="0"/>
              <a:t>Causas	de la perdida de la legitimidad</a:t>
            </a:r>
            <a:endParaRPr lang="es-EC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A82C0EB-0C3D-408A-A4DD-D9769FFF50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4445648"/>
              </p:ext>
            </p:extLst>
          </p:nvPr>
        </p:nvGraphicFramePr>
        <p:xfrm>
          <a:off x="1910055" y="2214976"/>
          <a:ext cx="7154432" cy="2863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4CCB9DA9-2BD5-4122-89DD-413260C9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8779991"/>
              </p:ext>
            </p:extLst>
          </p:nvPr>
        </p:nvGraphicFramePr>
        <p:xfrm>
          <a:off x="3381046" y="4279105"/>
          <a:ext cx="4212450" cy="33197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E28E067-F56C-4DC7-8E7E-64093515020B}"/>
              </a:ext>
            </a:extLst>
          </p:cNvPr>
          <p:cNvCxnSpPr>
            <a:cxnSpLocks/>
          </p:cNvCxnSpPr>
          <p:nvPr/>
        </p:nvCxnSpPr>
        <p:spPr>
          <a:xfrm flipV="1">
            <a:off x="4346713" y="3551583"/>
            <a:ext cx="0" cy="17360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2B40B76-CBE2-46FD-9218-60F302F7AF6E}"/>
              </a:ext>
            </a:extLst>
          </p:cNvPr>
          <p:cNvCxnSpPr>
            <a:cxnSpLocks/>
          </p:cNvCxnSpPr>
          <p:nvPr/>
        </p:nvCxnSpPr>
        <p:spPr>
          <a:xfrm flipV="1">
            <a:off x="6586330" y="3551583"/>
            <a:ext cx="0" cy="173603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2031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AC22A-987C-4D63-B4EC-1F9C5D35E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17" y="753227"/>
            <a:ext cx="10188163" cy="1080940"/>
          </a:xfrm>
        </p:spPr>
        <p:txBody>
          <a:bodyPr/>
          <a:lstStyle/>
          <a:p>
            <a:pPr algn="ctr"/>
            <a:r>
              <a:rPr lang="es-EC" dirty="0"/>
              <a:t>Desventajas de la democracia representativa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C029CE-DC2D-49EB-9A42-23A6D4700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6664" y="2146853"/>
            <a:ext cx="11458672" cy="4479234"/>
          </a:xfrm>
          <a:solidFill>
            <a:schemeClr val="accent1"/>
          </a:solidFill>
          <a:ln w="28575">
            <a:solidFill>
              <a:schemeClr val="bg1"/>
            </a:solidFill>
          </a:ln>
        </p:spPr>
        <p:txBody>
          <a:bodyPr>
            <a:normAutofit lnSpcReduction="10000"/>
          </a:bodyPr>
          <a:lstStyle/>
          <a:p>
            <a:r>
              <a:rPr lang="es-EC" sz="2400" b="1" dirty="0"/>
              <a:t>Rousseau decía que en el instante en que un pueblo actúa a través de sus representantes, ya no es libre. Para él, la democracia directa, es la mejor forma de democracia, sin embargo, al momento de aplicarla es una tarea muy difícil.</a:t>
            </a:r>
          </a:p>
          <a:p>
            <a:endParaRPr lang="es-EC" sz="2400" b="1" dirty="0"/>
          </a:p>
          <a:p>
            <a:r>
              <a:rPr lang="es-EC" sz="2400" b="1" dirty="0"/>
              <a:t>El riesgo de la Democracia representativa radica en que las autoridades priorizan sus intereses y se pierde el cumplimento de las ofertas de campaña.</a:t>
            </a:r>
          </a:p>
          <a:p>
            <a:endParaRPr lang="es-EC" sz="2400" b="1" dirty="0"/>
          </a:p>
          <a:p>
            <a:r>
              <a:rPr lang="es-EC" sz="2400" b="1" dirty="0"/>
              <a:t>También se corre el riesgo de que el gobierno haga de la política una forma de obtener privilegios y enriquecimiento. El gobierno de los políticos y no del pueblo puede deteriorar la democracia representativa porque recurren al dinero y dádivas para conseguir sus votos.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70E966AB-9D7D-42FA-BCA9-6D4AFDD5AFFA}"/>
              </a:ext>
            </a:extLst>
          </p:cNvPr>
          <p:cNvCxnSpPr>
            <a:cxnSpLocks/>
          </p:cNvCxnSpPr>
          <p:nvPr/>
        </p:nvCxnSpPr>
        <p:spPr>
          <a:xfrm>
            <a:off x="556591" y="3670852"/>
            <a:ext cx="1085353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15476D1-09CD-4595-8DEC-AFBF06779EF2}"/>
              </a:ext>
            </a:extLst>
          </p:cNvPr>
          <p:cNvCxnSpPr>
            <a:cxnSpLocks/>
          </p:cNvCxnSpPr>
          <p:nvPr/>
        </p:nvCxnSpPr>
        <p:spPr>
          <a:xfrm>
            <a:off x="576469" y="4909930"/>
            <a:ext cx="1083365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1550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90CAD-0464-4504-A07F-ADF249638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C" b="1" dirty="0"/>
              <a:t>Factores que inciden en el debilitamiento de la democracia representativa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BF0C8F7-372B-4AD2-ADED-77DB0443C9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0857107"/>
              </p:ext>
            </p:extLst>
          </p:nvPr>
        </p:nvGraphicFramePr>
        <p:xfrm>
          <a:off x="257535" y="2199862"/>
          <a:ext cx="11338118" cy="4482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379205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87691-E2EC-46EB-877C-CD377A5E6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Conclusión de la democracia representativa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FA72F580-6A2A-4499-B1BA-94516B2AFB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5325325"/>
              </p:ext>
            </p:extLst>
          </p:nvPr>
        </p:nvGraphicFramePr>
        <p:xfrm>
          <a:off x="680321" y="2164521"/>
          <a:ext cx="9613899" cy="448056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3204633">
                  <a:extLst>
                    <a:ext uri="{9D8B030D-6E8A-4147-A177-3AD203B41FA5}">
                      <a16:colId xmlns:a16="http://schemas.microsoft.com/office/drawing/2014/main" val="3389978947"/>
                    </a:ext>
                  </a:extLst>
                </a:gridCol>
                <a:gridCol w="3204633">
                  <a:extLst>
                    <a:ext uri="{9D8B030D-6E8A-4147-A177-3AD203B41FA5}">
                      <a16:colId xmlns:a16="http://schemas.microsoft.com/office/drawing/2014/main" val="812991957"/>
                    </a:ext>
                  </a:extLst>
                </a:gridCol>
                <a:gridCol w="3204633">
                  <a:extLst>
                    <a:ext uri="{9D8B030D-6E8A-4147-A177-3AD203B41FA5}">
                      <a16:colId xmlns:a16="http://schemas.microsoft.com/office/drawing/2014/main" val="113441039"/>
                    </a:ext>
                  </a:extLst>
                </a:gridCol>
              </a:tblGrid>
              <a:tr h="4236279">
                <a:tc>
                  <a:txBody>
                    <a:bodyPr/>
                    <a:lstStyle/>
                    <a:p>
                      <a:r>
                        <a:rPr lang="es-EC" sz="3200" dirty="0">
                          <a:solidFill>
                            <a:srgbClr val="002060"/>
                          </a:solidFill>
                        </a:rPr>
                        <a:t>1. </a:t>
                      </a:r>
                      <a:r>
                        <a:rPr lang="es-EC" sz="3200" dirty="0"/>
                        <a:t>sí bien la democracia directa es mejor que la democracia representativa no se puede dar todo el tiempo.</a:t>
                      </a:r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3200" dirty="0">
                          <a:solidFill>
                            <a:srgbClr val="002060"/>
                          </a:solidFill>
                        </a:rPr>
                        <a:t>2. </a:t>
                      </a:r>
                      <a:r>
                        <a:rPr lang="es-EC" sz="3200" dirty="0">
                          <a:solidFill>
                            <a:schemeClr val="tx1"/>
                          </a:solidFill>
                        </a:rPr>
                        <a:t>es necesario fortalecer la democracia representativa a través de la vigilancia y fiscalización de la actividad política.</a:t>
                      </a:r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sz="3200" dirty="0">
                          <a:solidFill>
                            <a:srgbClr val="002060"/>
                          </a:solidFill>
                        </a:rPr>
                        <a:t>3. </a:t>
                      </a:r>
                      <a:r>
                        <a:rPr lang="es-EC" sz="3200" dirty="0">
                          <a:solidFill>
                            <a:schemeClr val="tx1"/>
                          </a:solidFill>
                        </a:rPr>
                        <a:t>Tal rendición debe ser un proceso público ,verás, claro, oportuno, periódico, de al menos una vez al año.</a:t>
                      </a:r>
                      <a:endParaRPr lang="es-EC" sz="3200" dirty="0"/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25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9446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acias Diapositiva PPT">
            <a:extLst>
              <a:ext uri="{FF2B5EF4-FFF2-40B4-BE49-F238E27FC236}">
                <a16:creationId xmlns:a16="http://schemas.microsoft.com/office/drawing/2014/main" id="{0140E474-26E4-44E1-82AB-86D25718A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404A3D4-FA6D-4E06-9BDD-A475FEA95BF7}"/>
              </a:ext>
            </a:extLst>
          </p:cNvPr>
          <p:cNvSpPr/>
          <p:nvPr/>
        </p:nvSpPr>
        <p:spPr>
          <a:xfrm>
            <a:off x="10328726" y="6581001"/>
            <a:ext cx="1576072" cy="20005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final mas triste que he visto </a:t>
            </a:r>
            <a:r>
              <a:rPr lang="es-ES" sz="7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xd</a:t>
            </a:r>
            <a:endParaRPr lang="es-ES" sz="7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82733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Berlí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TM04033917[[fn=Berlín]]</Template>
  <TotalTime>97</TotalTime>
  <Words>381</Words>
  <Application>Microsoft Office PowerPoint</Application>
  <PresentationFormat>Panorámica</PresentationFormat>
  <Paragraphs>27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Matura MT Script Capitals</vt:lpstr>
      <vt:lpstr>Trebuchet MS</vt:lpstr>
      <vt:lpstr>Berlín</vt:lpstr>
      <vt:lpstr>Dificultades y límites de la democracia representativa</vt:lpstr>
      <vt:lpstr>Democracia y perdida del poder</vt:lpstr>
      <vt:lpstr>Causas de la perdida de la legitimidad</vt:lpstr>
      <vt:lpstr>Desventajas de la democracia representativa</vt:lpstr>
      <vt:lpstr>Factores que inciden en el debilitamiento de la democracia representativa</vt:lpstr>
      <vt:lpstr>Conclusión de la democracia representativa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Dificultades y límites de la democracia representativa</dc:title>
  <dc:creator>Wilson</dc:creator>
  <cp:lastModifiedBy>Wilson</cp:lastModifiedBy>
  <cp:revision>11</cp:revision>
  <dcterms:created xsi:type="dcterms:W3CDTF">2023-03-14T00:24:26Z</dcterms:created>
  <dcterms:modified xsi:type="dcterms:W3CDTF">2023-03-14T03:39:46Z</dcterms:modified>
</cp:coreProperties>
</file>